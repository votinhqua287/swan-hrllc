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400800" cy="3566160"/>
  <p:notesSz cx="3566160" cy="6400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80" y="2011680"/>
            <a:ext cx="5897880" cy="1097280"/>
          </a:xfrm>
          <a:custGeom>
            <a:avLst/>
            <a:gdLst/>
            <a:ahLst/>
            <a:cxnLst/>
            <a:rect l="l" t="t" r="r" b="b"/>
            <a:pathLst>
              <a:path w="5897880" h="1097280">
                <a:moveTo>
                  <a:pt x="411480" y="0"/>
                </a:moveTo>
                <a:lnTo>
                  <a:pt x="5897880" y="0"/>
                </a:lnTo>
                <a:lnTo>
                  <a:pt x="548640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EEF2F7"/>
          </a:solidFill>
          <a:ln w="9525">
            <a:solidFill>
              <a:srgbClr val="8C9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0"/>
            <a:ext cx="5733288" cy="91"/>
          </a:xfrm>
          <a:prstGeom prst="line">
            <a:avLst/>
          </a:prstGeom>
          <a:noFill/>
          <a:ln w="9525">
            <a:solidFill>
              <a:srgbClr val="8C98A6"/>
            </a:solidFill>
            <a:prstDash val="dash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3931920" y="3136392"/>
            <a:ext cx="18288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area </a:t>
            </a:r>
            <a:pPr algn="r" indent="0" marL="0">
              <a:buNone/>
            </a:pPr>
            <a:r>
              <a:rPr lang="en-US" sz="1300" i="1" dirty="0">
                <a:solidFill>
                  <a:srgbClr val="4A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r" indent="0" marL="0">
              <a:buNone/>
            </a:pPr>
            <a:r>
              <a:rPr lang="en-US" sz="1300" i="1" baseline="-25000" dirty="0">
                <a:solidFill>
                  <a:srgbClr val="4A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r" indent="0" marL="0">
              <a:buNone/>
            </a:pPr>
            <a:r>
              <a:rPr lang="en-US" sz="1300" dirty="0">
                <a:solidFill>
                  <a:srgbClr val="4A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pPr algn="r" indent="0" marL="0">
              <a:buNone/>
            </a:pPr>
            <a:r>
              <a:rPr lang="en-US" sz="1300" i="1" dirty="0">
                <a:solidFill>
                  <a:srgbClr val="4A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r" indent="0" marL="0">
              <a:buNone/>
            </a:pPr>
            <a:r>
              <a:rPr lang="en-US" sz="1300" i="1" baseline="-25000" dirty="0">
                <a:solidFill>
                  <a:srgbClr val="4A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03020"/>
            <a:ext cx="1280160" cy="82296"/>
          </a:xfrm>
          <a:prstGeom prst="rect">
            <a:avLst/>
          </a:prstGeom>
          <a:solidFill>
            <a:srgbClr val="1F4E9C"/>
          </a:solidFill>
          <a:ln w="6350">
            <a:solidFill>
              <a:srgbClr val="1F4E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" y="1275588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4E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303020"/>
            <a:ext cx="1280160" cy="82296"/>
          </a:xfrm>
          <a:prstGeom prst="rect">
            <a:avLst/>
          </a:prstGeom>
          <a:solidFill>
            <a:srgbClr val="1F4E9C"/>
          </a:solidFill>
          <a:ln w="6350">
            <a:solidFill>
              <a:srgbClr val="1F4E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5940" y="1275588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4E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303020"/>
            <a:ext cx="1280160" cy="82296"/>
          </a:xfrm>
          <a:prstGeom prst="rect">
            <a:avLst/>
          </a:prstGeom>
          <a:solidFill>
            <a:srgbClr val="1F4E9C"/>
          </a:solidFill>
          <a:ln w="6350">
            <a:solidFill>
              <a:srgbClr val="1F4E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7540" y="1275588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4E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303020"/>
            <a:ext cx="1280160" cy="82296"/>
          </a:xfrm>
          <a:prstGeom prst="rect">
            <a:avLst/>
          </a:prstGeom>
          <a:solidFill>
            <a:srgbClr val="1F4E9C"/>
          </a:solidFill>
          <a:ln w="6350">
            <a:solidFill>
              <a:srgbClr val="1F4E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9140" y="1275588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4E9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024128"/>
            <a:ext cx="104241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4E9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waveguide segment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9048" y="1417320"/>
            <a:ext cx="91" cy="1124712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144768" y="1842516"/>
            <a:ext cx="1828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511400" y="2872130"/>
            <a:ext cx="100584" cy="100584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34844" y="2904134"/>
            <a:ext cx="146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6754" y="2202790"/>
            <a:ext cx="100584" cy="100584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21054" y="2061058"/>
            <a:ext cx="146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16736" y="2839212"/>
            <a:ext cx="100584" cy="100584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31036" y="2697480"/>
            <a:ext cx="146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85870" y="2158898"/>
            <a:ext cx="100584" cy="100584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00170" y="2017166"/>
            <a:ext cx="146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30752" y="2839212"/>
            <a:ext cx="100584" cy="100584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5052" y="2697480"/>
            <a:ext cx="146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53712" y="2400300"/>
            <a:ext cx="100584" cy="100584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8012" y="2258568"/>
            <a:ext cx="146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68062" y="2784348"/>
            <a:ext cx="100584" cy="100584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82362" y="2642616"/>
            <a:ext cx="146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45632" y="2147926"/>
            <a:ext cx="100584" cy="100584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59932" y="2006194"/>
            <a:ext cx="146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126380" y="1403974"/>
            <a:ext cx="1391343" cy="1471932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386983" y="1425909"/>
            <a:ext cx="167287" cy="1432937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2606587" y="1402825"/>
            <a:ext cx="1450490" cy="1473974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2615317" y="1389100"/>
            <a:ext cx="2299215" cy="1498375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82980" y="1257300"/>
            <a:ext cx="173736" cy="173736"/>
          </a:xfrm>
          <a:prstGeom prst="ellipse">
            <a:avLst/>
          </a:prstGeom>
          <a:solidFill>
            <a:srgbClr val="E8702A"/>
          </a:solidFill>
          <a:ln w="9525">
            <a:solidFill>
              <a:srgbClr val="9C4A1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1417320"/>
            <a:ext cx="2743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r" indent="0" marL="0">
              <a:buNone/>
            </a:pPr>
            <a:r>
              <a:rPr lang="en-US" sz="1400" baseline="-25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290572" y="1257300"/>
            <a:ext cx="173736" cy="173736"/>
          </a:xfrm>
          <a:prstGeom prst="ellipse">
            <a:avLst/>
          </a:prstGeom>
          <a:solidFill>
            <a:srgbClr val="E8702A"/>
          </a:solidFill>
          <a:ln w="9525">
            <a:solidFill>
              <a:srgbClr val="9C4A1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39112" y="1417320"/>
            <a:ext cx="2743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r" indent="0" marL="0">
              <a:buNone/>
            </a:pPr>
            <a:r>
              <a:rPr lang="en-US" sz="1400" baseline="-25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027932" y="1257300"/>
            <a:ext cx="173736" cy="173736"/>
          </a:xfrm>
          <a:prstGeom prst="ellipse">
            <a:avLst/>
          </a:prstGeom>
          <a:solidFill>
            <a:srgbClr val="E8702A"/>
          </a:solidFill>
          <a:ln w="9525">
            <a:solidFill>
              <a:srgbClr val="9C4A1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78808" y="1417320"/>
            <a:ext cx="2743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buNone/>
            </a:pPr>
            <a:r>
              <a:rPr lang="en-US" sz="1400" baseline="-25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96612" y="1257300"/>
            <a:ext cx="173736" cy="173736"/>
          </a:xfrm>
          <a:prstGeom prst="ellipse">
            <a:avLst/>
          </a:prstGeom>
          <a:solidFill>
            <a:srgbClr val="E8702A"/>
          </a:solidFill>
          <a:ln w="9525">
            <a:solidFill>
              <a:srgbClr val="9C4A1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47488" y="1417320"/>
            <a:ext cx="2743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buNone/>
            </a:pPr>
            <a:r>
              <a:rPr lang="en-US" sz="1400" baseline="-25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965960" y="201168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965960" y="237744"/>
            <a:ext cx="251460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BS: </a:t>
            </a:r>
            <a:pPr algn="ctr"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RF chains, per-user queues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965960" y="484632"/>
            <a:ext cx="25146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TAPP (per frame) + TAS (per slot)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5800" y="365760"/>
            <a:ext cx="658368" cy="91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685800" y="621792"/>
            <a:ext cx="658368" cy="91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344168" y="365760"/>
            <a:ext cx="91" cy="25603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143000" y="411480"/>
            <a:ext cx="128016" cy="164592"/>
          </a:xfrm>
          <a:prstGeom prst="rect">
            <a:avLst/>
          </a:prstGeom>
          <a:solidFill>
            <a:srgbClr val="7A8AA0"/>
          </a:solidFill>
          <a:ln w="6350">
            <a:solidFill>
              <a:srgbClr val="5B6B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7552" y="411480"/>
            <a:ext cx="128016" cy="164592"/>
          </a:xfrm>
          <a:prstGeom prst="rect">
            <a:avLst/>
          </a:prstGeom>
          <a:solidFill>
            <a:srgbClr val="A9B4C4"/>
          </a:solidFill>
          <a:ln w="6350">
            <a:solidFill>
              <a:srgbClr val="5B6B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04" y="411480"/>
            <a:ext cx="128016" cy="164592"/>
          </a:xfrm>
          <a:prstGeom prst="rect">
            <a:avLst/>
          </a:prstGeom>
          <a:solidFill>
            <a:srgbClr val="A9B4C4"/>
          </a:solidFill>
          <a:ln w="6350">
            <a:solidFill>
              <a:srgbClr val="5B6B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728" y="493776"/>
            <a:ext cx="557784" cy="91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362456" y="493776"/>
            <a:ext cx="585216" cy="91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73152" y="91440"/>
            <a:ext cx="1828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bursty ON–OFF arrivals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 flipH="1">
            <a:off x="502920" y="768096"/>
            <a:ext cx="1737360" cy="507492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 flipH="1">
            <a:off x="1874520" y="768096"/>
            <a:ext cx="960120" cy="507492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 flipH="1">
            <a:off x="3246120" y="768096"/>
            <a:ext cx="320040" cy="507492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4160520" y="768096"/>
            <a:ext cx="457200" cy="507492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4846320" y="54864"/>
            <a:ext cx="14173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0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33188" y="144018"/>
            <a:ext cx="118872" cy="1188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4E9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138928" y="100584"/>
            <a:ext cx="108813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 point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919472" y="336042"/>
            <a:ext cx="146304" cy="146304"/>
          </a:xfrm>
          <a:prstGeom prst="ellipse">
            <a:avLst/>
          </a:prstGeom>
          <a:solidFill>
            <a:srgbClr val="E8702A"/>
          </a:solidFill>
          <a:ln w="9525">
            <a:solidFill>
              <a:srgbClr val="9C4A1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138928" y="306324"/>
            <a:ext cx="108813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activated PA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946904" y="569214"/>
            <a:ext cx="91440" cy="91440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138928" y="512064"/>
            <a:ext cx="108813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892040" y="820674"/>
            <a:ext cx="201168" cy="91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5138928" y="717804"/>
            <a:ext cx="108813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 links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297180" y="3236976"/>
            <a:ext cx="1371600" cy="91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headEnd type="triangle"/>
            <a:tailEnd type="triangle"/>
          </a:ln>
        </p:spPr>
      </p:sp>
      <p:sp>
        <p:nvSpPr>
          <p:cNvPr id="70" name="Text 68"/>
          <p:cNvSpPr txBox="1"/>
          <p:nvPr/>
        </p:nvSpPr>
        <p:spPr>
          <a:xfrm>
            <a:off x="845820" y="3232404"/>
            <a:ext cx="2743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400" i="1" baseline="-25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297180" y="3438144"/>
            <a:ext cx="5486400" cy="91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headEnd type="triangl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2583180" y="3346704"/>
            <a:ext cx="91440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ctr" indent="0" marL="0">
              <a:buNone/>
            </a:pPr>
            <a:r>
              <a:rPr lang="en-US" sz="1400" i="1" baseline="-25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L</a:t>
            </a:r>
            <a:pPr algn="ctr" indent="0" marL="0">
              <a:buNone/>
            </a:pPr>
            <a:r>
              <a:rPr lang="en-US" sz="1400" i="1" baseline="-25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 flipV="1">
            <a:off x="150876" y="2011680"/>
            <a:ext cx="411480" cy="109728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headEnd type="triangle"/>
            <a:tailEnd type="triangle"/>
          </a:ln>
        </p:spPr>
      </p:sp>
      <p:sp>
        <p:nvSpPr>
          <p:cNvPr id="74" name="Text 72"/>
          <p:cNvSpPr txBox="1"/>
          <p:nvPr/>
        </p:nvSpPr>
        <p:spPr>
          <a:xfrm>
            <a:off x="73152" y="2459736"/>
            <a:ext cx="2286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ctr" indent="0" marL="0">
              <a:buNone/>
            </a:pPr>
            <a:r>
              <a:rPr lang="en-US" sz="1400" i="1" baseline="-25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SWAN system model</dc:title>
  <dc:subject>PptxGenJS Presentation</dc:subject>
  <dc:creator>PptxGenJS</dc:creator>
  <cp:lastModifiedBy>PptxGenJS</cp:lastModifiedBy>
  <cp:revision>1</cp:revision>
  <dcterms:created xsi:type="dcterms:W3CDTF">2026-09-26T05:14:36Z</dcterms:created>
  <dcterms:modified xsi:type="dcterms:W3CDTF">2026-09-26T05:14:36Z</dcterms:modified>
</cp:coreProperties>
</file>